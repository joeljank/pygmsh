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58" r:id="rId5"/>
    <p:sldId id="257" r:id="rId6"/>
    <p:sldId id="2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14A33-5ECE-AD0F-8B52-AE7C5B0BF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C6CE5F-4B51-8DBC-F4AC-76E411DF1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A159F1-C2AE-D362-5FD7-5C7D0CCA5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2CAE7A-F6E4-0D85-A005-A0A79077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8D2C62-2745-AA4B-2BE3-52E8F6D2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40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19332-697D-0E42-09DD-D9479C5E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1F1F6A-BAD8-CDEB-A076-FD8BF8D42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FED304-4A87-E894-3BAC-9413C7F97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2F5E4B-D099-5B45-3FB7-C10B15C9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25F00E-0AF4-3815-B9DA-AF68A626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48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3BCB3-E1AC-4032-F979-17C599B0C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BBF700-7CC5-59D0-D7AC-3455DAB27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296152-F602-C863-3F50-F36E9E8E5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88383B-9073-EF2B-05C2-B10CA344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2561EE-135E-AD6A-9C7C-4B0603C2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8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9DE529-6996-98FF-71B6-1669BDE4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B451C2-F586-523A-4A6C-646AD6912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03DE6D-D0A9-D62F-A150-E918FE835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6B7256-327F-06DC-A80F-F1E90ABA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B3B416-2A45-0241-648B-2B364CE2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082C0B-AD03-F626-03FA-D0D3ECAF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542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C9AFF-DA87-68A1-27EE-BC6ABA9E4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0CD84C3-2CE0-F4F5-5C00-12677EDB7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135332-18E7-032B-835A-D030EFC9D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611EE5-41AB-A2E6-1BEA-F930FBA9B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7FCBB8A-137C-984B-8E60-6A36A1B09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4F9623-588B-AF6C-8D14-AC751B9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5E12D7-8E77-EFD0-9C86-A75FCCC1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4C0A66C-E809-94C1-BF48-7F330B6D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5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89977-713F-1C6A-B441-A5CD43DA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3ED7F4-B72C-63CC-9288-A845806C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0EE41D-CCDE-87D7-7BE3-59D4120D4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E0598B-A0BF-C175-3CAF-080CBF22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1CC868-E13E-36CE-FEF6-31E8A7F00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3F9355-1AE1-7852-B9AC-EAF3DB2E7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B66C84-61F8-CABB-EF39-010FF511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3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34D1E0-E572-C9A1-53E7-62A91871A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4B7AA4-88F1-CDAB-9EE8-B5CC9A183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18F245-CBA5-FE10-2CFF-6042E50ED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E69190-90AE-64B6-A3A6-3FD26530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6962E7-5A71-6209-B67B-BDD49D94D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7358B7-9FF7-E316-A154-D74B9D920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2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541B3-A54A-192F-B31C-2D1704594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D9B399-CC99-74A8-069A-ADDE9660DB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F90459-70C9-C8D9-4D52-BC9F0E8A5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B1F586-E2A5-2368-199B-15B6D672D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71BDAD-736A-BF91-28EB-56578769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16ED83-0B23-C18C-945E-9BB40AAD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1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2460E-A3A0-7898-E14C-25251574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8B4213-1FEC-2124-9A43-11957798A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DAE415-A1EE-90D2-2B8E-D894D110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9E93C6-11BF-BCDF-971C-B56511B7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35DDF2-A89D-4FAF-E230-BBF379DA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7E7A5C6-C2EE-2465-2E8A-41076ECFB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C938805-0674-6D6E-AC9E-E5EE98A9C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0ADFF4-3D20-0B55-4BF1-482C32A8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3529CB-C03D-70B0-3DE3-33B6F73B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05149B-9CEE-3EE8-3D2C-3EF577F56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0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EA6810-8511-02AC-5E8B-1D5DD455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1AE8E4-F4CF-5579-1B68-86C694DD5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F7F2E9-59ED-F2C7-E9AB-FD9121126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361F4-11CA-444D-B36C-3372328BBD0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C7DB89-FC0A-BDB5-0894-D6740FE26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77BCAC-0D7A-6995-E106-80A2E8604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AD8A7A-4DA5-4AC3-9A74-60E4F1BA584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9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E4F99E-BD57-B833-253A-7132DFA8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28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Inhaltsplatzhalter 4" descr="Ein Bild, das Text, Screenshot, Farbigkeit, Design enthält.&#10;&#10;KI-generierte Inhalte können fehlerhaft sein.">
            <a:extLst>
              <a:ext uri="{FF2B5EF4-FFF2-40B4-BE49-F238E27FC236}">
                <a16:creationId xmlns:a16="http://schemas.microsoft.com/office/drawing/2014/main" id="{3D5B2B82-8952-B49A-5F22-7ED9B79F6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03" y="0"/>
            <a:ext cx="5749097" cy="2926987"/>
          </a:xfrm>
        </p:spPr>
      </p:pic>
      <p:pic>
        <p:nvPicPr>
          <p:cNvPr id="7" name="Grafik 6" descr="Ein Bild, das Text, Screenshot, Farbigkeit, Regenbogen enthält.&#10;&#10;KI-generierte Inhalte können fehlerhaft sein.">
            <a:extLst>
              <a:ext uri="{FF2B5EF4-FFF2-40B4-BE49-F238E27FC236}">
                <a16:creationId xmlns:a16="http://schemas.microsoft.com/office/drawing/2014/main" id="{2FE332CC-E21A-1AE3-C2FE-6B566F379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450" y="774409"/>
            <a:ext cx="5749100" cy="292698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4622B1F-19EC-3005-E70A-D661E6B1E201}"/>
              </a:ext>
            </a:extLst>
          </p:cNvPr>
          <p:cNvSpPr txBox="1"/>
          <p:nvPr/>
        </p:nvSpPr>
        <p:spPr>
          <a:xfrm>
            <a:off x="4152900" y="405077"/>
            <a:ext cx="5305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Height: 1.2m, width = 3m, u*=0.5m/s, </a:t>
            </a:r>
            <a:r>
              <a:rPr lang="en-US" sz="2400" b="1" dirty="0"/>
              <a:t>p = 0.2</a:t>
            </a:r>
          </a:p>
        </p:txBody>
      </p:sp>
      <p:pic>
        <p:nvPicPr>
          <p:cNvPr id="10" name="Grafik 9" descr="Ein Bild, das Screenshot, Reihe, Farbigkeit, Text enthält.&#10;&#10;KI-generierte Inhalte können fehlerhaft sein.">
            <a:extLst>
              <a:ext uri="{FF2B5EF4-FFF2-40B4-BE49-F238E27FC236}">
                <a16:creationId xmlns:a16="http://schemas.microsoft.com/office/drawing/2014/main" id="{EFC6CBD8-2DB3-B7AC-7476-12927A369E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03" y="3038615"/>
            <a:ext cx="6024206" cy="3067050"/>
          </a:xfrm>
          <a:prstGeom prst="rect">
            <a:avLst/>
          </a:prstGeom>
        </p:spPr>
      </p:pic>
      <p:pic>
        <p:nvPicPr>
          <p:cNvPr id="12" name="Grafik 11" descr="Ein Bild, das Text, Screenshot, Farbigkeit, Reihe enthält.&#10;&#10;KI-generierte Inhalte können fehlerhaft sein.">
            <a:extLst>
              <a:ext uri="{FF2B5EF4-FFF2-40B4-BE49-F238E27FC236}">
                <a16:creationId xmlns:a16="http://schemas.microsoft.com/office/drawing/2014/main" id="{E90D0C7C-27AE-3C82-A2AC-49C36E69AB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023" y="3747823"/>
            <a:ext cx="5425527" cy="276225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4E60F7B-279E-65FF-2415-C62F1A08C165}"/>
              </a:ext>
            </a:extLst>
          </p:cNvPr>
          <p:cNvSpPr txBox="1"/>
          <p:nvPr/>
        </p:nvSpPr>
        <p:spPr>
          <a:xfrm>
            <a:off x="3840575" y="3563157"/>
            <a:ext cx="5305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Height: 1.2m, width = 3m, u*=0.5m/s, </a:t>
            </a:r>
            <a:r>
              <a:rPr lang="en-US" sz="2400" b="1" dirty="0"/>
              <a:t>p = 0.5</a:t>
            </a:r>
          </a:p>
        </p:txBody>
      </p:sp>
    </p:spTree>
    <p:extLst>
      <p:ext uri="{BB962C8B-B14F-4D97-AF65-F5344CB8AC3E}">
        <p14:creationId xmlns:p14="http://schemas.microsoft.com/office/powerpoint/2010/main" val="136770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4BAF7-C20D-4D46-A14E-E64C3376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nhaltsplatzhalter 4" descr="Ein Bild, das Screenshot, Text, Farbigkeit enthält.&#10;&#10;KI-generierte Inhalte können fehlerhaft sein.">
            <a:extLst>
              <a:ext uri="{FF2B5EF4-FFF2-40B4-BE49-F238E27FC236}">
                <a16:creationId xmlns:a16="http://schemas.microsoft.com/office/drawing/2014/main" id="{F26DA835-4B3C-54B7-59A4-23FFFFEA6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2" y="0"/>
            <a:ext cx="5968078" cy="3038475"/>
          </a:xfrm>
        </p:spPr>
      </p:pic>
      <p:pic>
        <p:nvPicPr>
          <p:cNvPr id="7" name="Grafik 6" descr="Ein Bild, das Tex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5D75803D-0D4C-C8B5-A5C9-1F7AE5D03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25" y="190500"/>
            <a:ext cx="5593905" cy="284797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DD46728-EB2F-CCEA-E567-928B9212B207}"/>
              </a:ext>
            </a:extLst>
          </p:cNvPr>
          <p:cNvSpPr txBox="1"/>
          <p:nvPr/>
        </p:nvSpPr>
        <p:spPr>
          <a:xfrm>
            <a:off x="4152900" y="405077"/>
            <a:ext cx="5305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Height: 1.2m, </a:t>
            </a:r>
            <a:r>
              <a:rPr lang="en-US" sz="2000" b="1" dirty="0"/>
              <a:t>width = 7.6m</a:t>
            </a:r>
            <a:r>
              <a:rPr lang="en-US" dirty="0"/>
              <a:t>, u*=0.5m/s, </a:t>
            </a:r>
            <a:r>
              <a:rPr lang="en-US" sz="2400" b="1" dirty="0"/>
              <a:t>p = 0.2</a:t>
            </a:r>
          </a:p>
        </p:txBody>
      </p:sp>
      <p:pic>
        <p:nvPicPr>
          <p:cNvPr id="10" name="Grafik 9" descr="Ein Bild, das Screenshot, Text, Farbigkeit, Reihe enthält.&#10;&#10;KI-generierte Inhalte können fehlerhaft sein.">
            <a:extLst>
              <a:ext uri="{FF2B5EF4-FFF2-40B4-BE49-F238E27FC236}">
                <a16:creationId xmlns:a16="http://schemas.microsoft.com/office/drawing/2014/main" id="{6F0464B7-14E4-2DCB-C478-EEAFC7B1CF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68" y="3403600"/>
            <a:ext cx="5855827" cy="2981325"/>
          </a:xfrm>
          <a:prstGeom prst="rect">
            <a:avLst/>
          </a:prstGeom>
        </p:spPr>
      </p:pic>
      <p:pic>
        <p:nvPicPr>
          <p:cNvPr id="12" name="Grafik 11" descr="Ein Bild, das Screenshot, Text, Reihe, Farbigkeit enthält.&#10;&#10;KI-generierte Inhalte können fehlerhaft sein.">
            <a:extLst>
              <a:ext uri="{FF2B5EF4-FFF2-40B4-BE49-F238E27FC236}">
                <a16:creationId xmlns:a16="http://schemas.microsoft.com/office/drawing/2014/main" id="{796632C8-2B2C-7705-6F11-587E8AA28F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25" y="3644899"/>
            <a:ext cx="5593907" cy="2847976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BB57472-B54A-F460-B0A7-35E9A9EC73A4}"/>
              </a:ext>
            </a:extLst>
          </p:cNvPr>
          <p:cNvSpPr txBox="1"/>
          <p:nvPr/>
        </p:nvSpPr>
        <p:spPr>
          <a:xfrm>
            <a:off x="4000500" y="3784748"/>
            <a:ext cx="5305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Height: 1.2m, </a:t>
            </a:r>
            <a:r>
              <a:rPr lang="en-US" sz="2000" b="1" dirty="0"/>
              <a:t>width = 7.6m</a:t>
            </a:r>
            <a:r>
              <a:rPr lang="en-US" dirty="0"/>
              <a:t>, u*=0.5m/s, </a:t>
            </a:r>
            <a:r>
              <a:rPr lang="en-US" sz="2400" b="1" dirty="0"/>
              <a:t>p = 0.5</a:t>
            </a:r>
          </a:p>
        </p:txBody>
      </p:sp>
    </p:spTree>
    <p:extLst>
      <p:ext uri="{BB962C8B-B14F-4D97-AF65-F5344CB8AC3E}">
        <p14:creationId xmlns:p14="http://schemas.microsoft.com/office/powerpoint/2010/main" val="343835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A33AAA-997E-C53E-0457-FDFD8472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nhaltsplatzhalter 4" descr="Ein Bild, das Text, Screenshot, Farbigkeit, Regenbogen enthält.&#10;&#10;KI-generierte Inhalte können fehlerhaft sein.">
            <a:extLst>
              <a:ext uri="{FF2B5EF4-FFF2-40B4-BE49-F238E27FC236}">
                <a16:creationId xmlns:a16="http://schemas.microsoft.com/office/drawing/2014/main" id="{FECE8706-810D-7237-0A36-340FB9CC3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2133"/>
            <a:ext cx="5690413" cy="2897109"/>
          </a:xfrm>
        </p:spPr>
      </p:pic>
      <p:pic>
        <p:nvPicPr>
          <p:cNvPr id="7" name="Grafik 6" descr="Ein Bild, das Text, Screenshot, Farbigkeit, Regenbogen enthält.&#10;&#10;KI-generierte Inhalte können fehlerhaft sein.">
            <a:extLst>
              <a:ext uri="{FF2B5EF4-FFF2-40B4-BE49-F238E27FC236}">
                <a16:creationId xmlns:a16="http://schemas.microsoft.com/office/drawing/2014/main" id="{874BD353-6CCC-3552-635D-A538AE392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56" y="558125"/>
            <a:ext cx="5328092" cy="2712644"/>
          </a:xfrm>
          <a:prstGeom prst="rect">
            <a:avLst/>
          </a:prstGeom>
        </p:spPr>
      </p:pic>
      <p:pic>
        <p:nvPicPr>
          <p:cNvPr id="9" name="Grafik 8" descr="Ein Bild, das Regenbogen, Screenshot, Farbigkeit, Text enthält.&#10;&#10;KI-generierte Inhalte können fehlerhaft sein.">
            <a:extLst>
              <a:ext uri="{FF2B5EF4-FFF2-40B4-BE49-F238E27FC236}">
                <a16:creationId xmlns:a16="http://schemas.microsoft.com/office/drawing/2014/main" id="{F6878400-7850-8385-9824-892161792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9525"/>
            <a:ext cx="5690413" cy="289710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5C3F347-DA3B-4E34-8708-DE3835BE32F4}"/>
              </a:ext>
            </a:extLst>
          </p:cNvPr>
          <p:cNvSpPr txBox="1"/>
          <p:nvPr/>
        </p:nvSpPr>
        <p:spPr>
          <a:xfrm>
            <a:off x="553552" y="141366"/>
            <a:ext cx="422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 = 1m, width = 10m, top = 0.4p, bottom = 0p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7319A2F-E6FF-4FA8-33CB-E8B9322EAA80}"/>
              </a:ext>
            </a:extLst>
          </p:cNvPr>
          <p:cNvSpPr txBox="1"/>
          <p:nvPr/>
        </p:nvSpPr>
        <p:spPr>
          <a:xfrm>
            <a:off x="6678127" y="234959"/>
            <a:ext cx="422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 = 1m, width = 10m, top = 0p, bottom = 0.1p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277A01C-4C9C-67E5-F6D3-91B2AF0B829B}"/>
              </a:ext>
            </a:extLst>
          </p:cNvPr>
          <p:cNvSpPr txBox="1"/>
          <p:nvPr/>
        </p:nvSpPr>
        <p:spPr>
          <a:xfrm>
            <a:off x="553552" y="3606117"/>
            <a:ext cx="422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 = 1m, width = 10m, top = 0p, bottom = 0.4p</a:t>
            </a:r>
          </a:p>
        </p:txBody>
      </p:sp>
      <p:pic>
        <p:nvPicPr>
          <p:cNvPr id="14" name="Grafik 13" descr="Ein Bild, das Text, Screenshot, Farbigkeit, Grafikdesign enthält.&#10;&#10;KI-generierte Inhalte können fehlerhaft sein.">
            <a:extLst>
              <a:ext uri="{FF2B5EF4-FFF2-40B4-BE49-F238E27FC236}">
                <a16:creationId xmlns:a16="http://schemas.microsoft.com/office/drawing/2014/main" id="{D0165BD0-FC2B-FEC0-268A-785EDB58D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65" y="3827228"/>
            <a:ext cx="5675283" cy="2889406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23BAC3BD-F0E4-9D3D-C698-081E3EE42B80}"/>
              </a:ext>
            </a:extLst>
          </p:cNvPr>
          <p:cNvSpPr txBox="1"/>
          <p:nvPr/>
        </p:nvSpPr>
        <p:spPr>
          <a:xfrm>
            <a:off x="6634783" y="3463092"/>
            <a:ext cx="422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 = 1m, width = 10m, top = 0p, bottom = 1 p</a:t>
            </a:r>
          </a:p>
        </p:txBody>
      </p:sp>
    </p:spTree>
    <p:extLst>
      <p:ext uri="{BB962C8B-B14F-4D97-AF65-F5344CB8AC3E}">
        <p14:creationId xmlns:p14="http://schemas.microsoft.com/office/powerpoint/2010/main" val="2460991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0FAD23-90BE-9553-02DA-4E641825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Bachelorarbeit</a:t>
            </a:r>
            <a:endParaRPr lang="en-US" dirty="0"/>
          </a:p>
        </p:txBody>
      </p:sp>
      <p:pic>
        <p:nvPicPr>
          <p:cNvPr id="5" name="Inhaltsplatzhalter 4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5A963554-2D88-43EA-F8B8-240B09227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5214"/>
            <a:ext cx="5801784" cy="4351338"/>
          </a:xfrm>
        </p:spPr>
      </p:pic>
      <p:pic>
        <p:nvPicPr>
          <p:cNvPr id="7" name="Grafik 6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ADA65239-F633-EE94-0D35-92C0720E6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750" y="1887423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F6D571-83CA-AFD2-A9C3-8F8E1086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2E50B0C-5744-7B16-3EAB-C8EDF4993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252" y="365124"/>
            <a:ext cx="11672998" cy="5836499"/>
          </a:xfrm>
        </p:spPr>
      </p:pic>
    </p:spTree>
    <p:extLst>
      <p:ext uri="{BB962C8B-B14F-4D97-AF65-F5344CB8AC3E}">
        <p14:creationId xmlns:p14="http://schemas.microsoft.com/office/powerpoint/2010/main" val="90420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05E07-6C50-B98C-840B-079D12EDA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F0AC0C-F866-0D1A-3D4B-49C53953B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AAFED35-BA43-9268-E7AF-FCE16AE5B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4743" y="0"/>
            <a:ext cx="8142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1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Breitbild</PresentationFormat>
  <Paragraphs>9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Bachelorarbeit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Jankowiak</dc:creator>
  <cp:lastModifiedBy>Joel Jankowiak</cp:lastModifiedBy>
  <cp:revision>1</cp:revision>
  <dcterms:created xsi:type="dcterms:W3CDTF">2025-10-30T09:16:28Z</dcterms:created>
  <dcterms:modified xsi:type="dcterms:W3CDTF">2025-10-30T13:45:32Z</dcterms:modified>
</cp:coreProperties>
</file>